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Criminal Network Analysis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piles of paperwork to a map of the criminal world — in seconds.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India Hackathon 2026   ·   Problem 26189
</a:t>
            </a:r>
            <a:pPr indent="0" marL="0">
              <a:buNone/>
            </a:pPr>
            <a:r>
              <a:rPr lang="en-US" sz="13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Ministry of Home Affairs — NCRB, Women Safety Division   ·   Theme: Blockchain &amp; Cybersecurity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Investigators Are Drowning in Disconnected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exists — the connections don't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sources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FIRs, call detail records, bank transfers, prison rosters, travel logs and vehicle data live in separate silos across states and agencies.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cross-checking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121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investigator must read every file and connect dots mentally. Cross-state links take weeks of correspondence — or are simply never found.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Networks stay hidden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121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Kingpins deliberately keep their names out of FIRs. Brokers use unregistered burner phones. Paper-based analysis cannot see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965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498848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Organised crime operates as a network; investigation happens case-by-case. A Delhi arrest and a Mumbai seizure that share a phone number are treated as unrelated events. The result: street-level dealers are caught, the network above them survives.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26189 asks for an AI system that analyzes large volumes of criminal and intelligence data to uncover these networks — with accountability built 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Solution: A Six-Stage Intelligence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 — every stage runs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Ingest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 text, CDR, bank, prison, travel, vehicle files (CSV/TXT/PDF)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Extract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121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pulls names, phones and relationships out of raw FIR narratives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Graph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121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become nodes; calls, money, co-accusations, shared cells become edges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Analyze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407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PageRank finds influence · community detection finds gangs · link prediction finds hidden ties · burst detection finds anomalies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Explain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4407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writes plain-language briefs: "X appears to be the broker between Group A and B"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Audit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44074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officer query sealed in a blockchain hash chain — tamper-proof by construction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end to end: Python · FastAPI · NetworkX → Neo4j · React/vis-network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Prototype Reveals — Live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cracks a two-state case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gangs surface instantly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detection separates a Delhi drug network and a Mumbai smuggling ring from 21 raw FIRs — no manual tagging.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19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broker: a burner phone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2140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unregistered number talks to both gang leaders. Betweenness centrality flags it as the bridge between the groups.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192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hidden kingpin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2160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₹7,00,000 flows through a shell company to a man named in ZERO FIRs. Financially central, operationally invisible — the system flags him in one second.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1546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192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origin story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72160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Prison records show the two gang leaders shared Tihar Block-4 in 2022 — the system surfaces how the alliance formed.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19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alerting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321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detection catches an 8x spike in calls between the groups — 48 hours before the seizure in the case data. In deployment, spikes near watched nodes trigger real-time alerts to investigators.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Where It Actually Matters: Accountability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fit: Blockchain &amp; Cybersecurity — structural, not bolted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risk of powerful tools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system that can map anyone's connections could be misused to surveil innocent citizens. Trust requires that every use of the system is permanently on the record.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19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answer: an immutable audit chain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2140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officer query becomes a SHA-256 block sealed by the previous block's hash. Editing ANY past record breaks every later hash. We demonstrate this live with a "Tamper Test" button — the chain instantly reports itself broken.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879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590288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Permissioned Hyperledger Fabric replicated across NCRB data centres — no single administrator can rewrite history. Combined with role-based access control and purpose-limited queries, this addresses DPDP Act 2023 obligations head-on. The AI suggests leads with evidence attached; human officers decide. Nothing is a black-box accusation.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Feasibility: Prototype Today, NATGRID-Grade Tomorrow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mock maps to a real government source with the same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(runs now)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(swap connectors, not code)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214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FIR text files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21214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CCTNS — secure API to national FIR/chargesheet 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511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CDR / bank CSVs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55117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Telecom CDR feeds · FIU-IND suspicious transaction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9809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Regex entity extraction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98094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IndicBERT NER — FIRs in 12+ Indian languages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410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NetworkX in-memory graph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4107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 cluster — billions of edges, same schema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AI briefs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840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 LLM (air-gapped) fed identical graph facts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2702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hash 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42702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Hyperledger Fabric across NCRB nodes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rollout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open-source stack — zero licence cost vs foreign tools (i2, Palantir). Pilot: one district's anonymized historical data, measuring time-to-lead vs manual investigation. Hosted on NIC MeghRaj cloud.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Wins: Uniqueness &amp; Impact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361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Hidden-kingpin detection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385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Novel heuristic: high net money inflow + zero FIR mentions + shared covert infrastructure. Finds exactly the people paper-based investigation structurally cannot.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361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Evidence-cited AI, zero hallucination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9385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insight cites its source edge — FIR number, call count, rupee amount. The LLM phrases deterministic graph facts; it never invents connections.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82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tamper-proof audit demo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5844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Judges see the blockchain catch a rogue edit in real time — accountability you can watch working, not a buzzword on a slide.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0175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82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→ seconds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5844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Cross-state link discovery that takes weeks of file correspondence happens in one click, with the reasoning shown in plain language any officer can act 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6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230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Investigators stop at street dealers because the network above them is invisible. Making it visible changes what is prosecutable: brokers, financiers and kingpins instead of foot soldiers. For NCRB and the Women Safety Division, the same engine maps trafficking networks — where speed of connection-finding directly protects victims.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2026-08-25T08:28:12Z</dcterms:created>
  <dcterms:modified xsi:type="dcterms:W3CDTF">2026-08-25T08:28:12Z</dcterms:modified>
</cp:coreProperties>
</file>